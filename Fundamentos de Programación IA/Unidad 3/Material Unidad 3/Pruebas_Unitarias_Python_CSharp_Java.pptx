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152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PROFUNDIZACIÓN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las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unitarias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patrón, distinta sintaxis: unittest, MSTest y JUnit comparados sobre el conversor de temperaturas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14884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· Act · Assert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no cambia, sin importar el lenguaje ni el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prueba unitaria sigue el mismo patrón. Lo único que cambia entre lenguajes es la sintaxis con la que se expresa.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3776AB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Arrange (preparar)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un valor de entrada conocido.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24 grados Celsius.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9B4F96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Act (actuar)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a la función que se quiere probar con ese valor.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celsius_a_fahrenheit(24)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76F0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Assert (afirmar)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66760" y="29260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lo que devolvió la función contra el resultado que ya se sabe correcto.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resultado es 75.2?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comparación es verdadera, la prueba pasa (✔). Si no, la prueba falla (✘) y señala exactamente qué función se rompió, sin que el estudiante tenga que revisar todo el programa a mano.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· Python, C# y Java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· unittest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que hereda de TestCase, y métodos que empiezan con test_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27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unittest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conversor import celsius_a_fahrenheit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TestConversor(unittest.TestCase):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test_celsius_a_fahrenheit(self):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celsius_a_fahrenheit(24), 75.2)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39496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clase que hereda de ella se reconoce como un conjunto de 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test_...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método que empieza con test_ se ejecuta como prueba independiente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assertEqual(actual, esperado)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lo obtenido (Act) contra el valor esperado (Assert)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370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7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tests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40233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automáticamente los archivos test_*.py dentro de tests/, los importa y corre cada método test_*.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 obtenida: Ran 4 tests in 0.001s — OK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· Python, C# y Java · IAD-2413 · ITD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· MSTest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[TestClass] y [TestMethod] en vez de una convención de nombres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980944"/>
          </a:xfrm>
          <a:prstGeom prst="roundRect">
            <a:avLst>
              <a:gd name="adj" fmla="val 2222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27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4992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Microsoft.VisualStudio.TestTools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.UnitTesting;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[TestClass]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ConversorTests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[TestMethod]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CelsiusAFahrenheit_24()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Assert.AreEqual(75.2,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Conversor.CelsiusAFahrenheit(24));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39496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[TestClass]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que le indica al framework que esa clase contiene 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[TestMethod]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ese método como prueba ejecutable (no basta el nombre, como en 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Assert.AreEqual(esperado, actual)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Ojo con el orden: el primer argumento es el esperado, el segundo el obtenido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4822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14400" y="4528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829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4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 Tests/Tests.csproj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44822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SDK compila el proyecto de pruebas (referenciado al principal), descubre los [TestMethod] y los ejecuta.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aserciones fueron verificadas contra el código final: 4/4 correctas.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· Python, C# y Java · IAD-2413 · ITD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· JUnit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anotación @Test, y un delta explícito para comparar decimales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877776"/>
          </a:xfrm>
          <a:prstGeom prst="roundRect">
            <a:avLst>
              <a:gd name="adj" fmla="val 2222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27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4992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org.junit.Test;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org.junit.Assert.assertEquals;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ConversorTest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celsiusAFahrenheit_24()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assertEquals(75.2,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Conversor.celsiusAFahrenheit(24),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0.0001);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394960" cy="24917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Anotación de JUnit — equivalente a [TestMethod] en C# — marca el método como prueba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assertEquals(esperado, actual, delta)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valor esperado, igual que en 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(0.0001)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de error permitido: los double tienen imprecisión de punto flotante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456408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14400" y="4502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803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445640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descarga JUnit desde el pom.xml, compila src/main y src/test, y ejecuta todos los métodos @Test.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aserciones fueron verificadas contra el código final: 4/4 correctas.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· Python, C# y Java · IAD-2413 · ITD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directa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patrón, tres sintaxis distintas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de prueba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Nombre inicia con test_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Atributo [TestMethod]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Anotación @Test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de clase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Hereda de TestCase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Atributo [TestClass]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requiere marca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assertEqual(actual, esperado)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Assert.AreEqual(esperado, actual)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assertEquals(esperado, actual, delta)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 esperado/obtenido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Actual primero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Esperado primero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Esperado primero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Tolerancia decimales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se usó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se usó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Delta explícito (0.0001)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 para correr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-m unittest discover tests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dotnet test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mvn test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¿Requiere compilar?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(interpretado)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Sí, automático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Sí, automático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· Python, C# y Java · IAD-2413 · ITD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 que se debe quedar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sintaxis cambia de un lenguaje a otro, la lógica es idéntica en los tres: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que identifica al método como una prueba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154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llamada a la función real del programa (Act)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comparación contra un valor que ya se sabe correcto (Assert)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Arrange–Act–Assert, disfrazado con la sintaxis propia de cada lenguaje. Entenderlo permite moverse entre unittest, MSTest, JUnit — o cualquier otro framework — reconociendo siempre la misma estructura.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· Fundamentos de Programación (IAD-2413)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998</Words>
  <Application>Microsoft Office PowerPoint</Application>
  <PresentationFormat>Panorámica</PresentationFormat>
  <Paragraphs>164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Valdez Hernandez</cp:lastModifiedBy>
  <cp:revision>3</cp:revision>
  <dcterms:created xsi:type="dcterms:W3CDTF">2026-07-22T16:01:00Z</dcterms:created>
  <dcterms:modified xsi:type="dcterms:W3CDTF">2026-07-22T16:10:31Z</dcterms:modified>
</cp:coreProperties>
</file>