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de gestión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tareas colaborativas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que integra todo lo aprendido en el curso: fundamentos, resolución de problemas, herramientas y desarrollo de aplicaciones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526280"/>
            <a:ext cx="2377440" cy="411480"/>
          </a:xfrm>
          <a:prstGeom prst="roundRect">
            <a:avLst>
              <a:gd name="adj" fmla="val 17778"/>
            </a:avLst>
          </a:prstGeom>
          <a:solidFill>
            <a:srgbClr val="3776A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526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4526280"/>
            <a:ext cx="2377440" cy="411480"/>
          </a:xfrm>
          <a:prstGeom prst="roundRect">
            <a:avLst>
              <a:gd name="adj" fmla="val 17778"/>
            </a:avLst>
          </a:prstGeom>
          <a:solidFill>
            <a:srgbClr val="9B4F96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4526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720" y="4526280"/>
            <a:ext cx="2377440" cy="411480"/>
          </a:xfrm>
          <a:prstGeom prst="roundRect">
            <a:avLst>
              <a:gd name="adj" fmla="val 17778"/>
            </a:avLst>
          </a:prstGeom>
          <a:solidFill>
            <a:srgbClr val="E76F00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0" y="4526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21040" y="4526280"/>
            <a:ext cx="2377440" cy="411480"/>
          </a:xfrm>
          <a:prstGeom prst="roundRect">
            <a:avLst>
              <a:gd name="adj" fmla="val 17778"/>
            </a:avLst>
          </a:prstGeom>
          <a:solidFill>
            <a:srgbClr val="1F9D74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4526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263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Tecnológico de Durango · TecNM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Inteligencia Artificial · Fundamentos de Programación (IAD-2413)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proyecto integrador?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web real, construida con lo aprendido en las cuatro unidades del curso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41732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plataforma web que permita a los usuarios gestionar tareas de manera colaborativa: crear, asignar, editar, eliminar y organizar tareas en diferentes proyectos, colaborando con otros usuarios en tiempo real.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3337560"/>
            <a:ext cx="822960" cy="109728"/>
          </a:xfrm>
          <a:prstGeom prst="roundRect">
            <a:avLst>
              <a:gd name="adj" fmla="val 50000"/>
            </a:avLst>
          </a:prstGeom>
          <a:solidFill>
            <a:srgbClr val="3776A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566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y asignar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069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usuarios crean tareas y las asignan a distintos proyectos.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30632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3337560"/>
            <a:ext cx="822960" cy="109728"/>
          </a:xfrm>
          <a:prstGeom prst="roundRect">
            <a:avLst>
              <a:gd name="adj" fmla="val 50000"/>
            </a:avLst>
          </a:prstGeom>
          <a:solidFill>
            <a:srgbClr val="9B4F96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3566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Editar y organizar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4069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tarea puede editarse, marcarse como completada o eliminarse.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30632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3337560"/>
            <a:ext cx="822960" cy="109728"/>
          </a:xfrm>
          <a:prstGeom prst="roundRect">
            <a:avLst>
              <a:gd name="adj" fmla="val 50000"/>
            </a:avLst>
          </a:prstGeom>
          <a:solidFill>
            <a:srgbClr val="E76F0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3566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Colaborar en tiempo real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2480" y="4069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usuarios trabajan juntos sobre el mismo proyecto.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DF0FA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2120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proyecto integrador cubre los contenidos de todas las unidades del curso: fundamentos de programación, análisis de problemas, uso de herramientas de desarrollo y creación de aplicaciones prácticas.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· Plataforma de gestión de tareas colaborativas · IAD-2413 · ITD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este proyecto?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 pedagógica del proyecto integrador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46304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desarrollo de una plataforma de gestión de tareas colaborativas simula un entorno de trabajo real, donde la colaboración y la gestión eficiente de tareas son esenciales. Este proyecto permite a los estudiantes aplicar y consolidar los conocimientos y habilidades adquiridos durante el curso, preparándolos para enfrentar desafíos reales en el desarrollo de software.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3913632"/>
            <a:ext cx="329184" cy="329184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3913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387705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 un entorno real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4169664"/>
            <a:ext cx="278892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 y gestión de tareas como en un equipo de trabajo profesional.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374904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7992" y="3913632"/>
            <a:ext cx="329184" cy="329184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13" name="Text 11"/>
          <p:cNvSpPr/>
          <p:nvPr/>
        </p:nvSpPr>
        <p:spPr>
          <a:xfrm>
            <a:off x="4507992" y="3913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87705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 el aprendizaje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4169664"/>
            <a:ext cx="278892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en un solo producto lo visto en las cuatro unidades del curso.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374904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02752" y="3913632"/>
            <a:ext cx="329184" cy="329184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8" name="Text 16"/>
          <p:cNvSpPr/>
          <p:nvPr/>
        </p:nvSpPr>
        <p:spPr>
          <a:xfrm>
            <a:off x="8302752" y="3913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32520" y="387705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 para el futuro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32520" y="4169664"/>
            <a:ext cx="278892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 los desafíos que se enfrentarán en el desarrollo de software real.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· Plataforma de gestión de tareas colaborativas · IAD-2413 · ITD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Competencias a desarrollar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este proyecto le exige poner en práctica al estudiante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conceptos fundamentales de programación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Utilizar herramientas y entornos de desarrollo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implementar algoritmos eficientes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y comunicar el desarrollo de software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39496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6916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76F00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691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GENÉRICAS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224028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análisis y síntesis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oral y escrita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equipo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Pensamiento crítico y creativo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 para buscar y analizar información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 ético y profesionalismo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autónomo y continuo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· Plataforma de gestión de tareas colaborativas · IAD-2413 · ITD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Fases del proyecto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etapas, de la definición del problema a la entrega final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27632"/>
            <a:ext cx="329184" cy="329184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59105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Definición del problema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43000" y="1883664"/>
            <a:ext cx="2788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necesidades, analizar usuarios y establecer especificaciones funcionales y no funcionales.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1627632"/>
            <a:ext cx="329184" cy="329184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59105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Análisis y diseño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37760" y="1883664"/>
            <a:ext cx="2788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Descomponer en componentes, diseñar la arquitectura y planificar la base de datos.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02752" y="1627632"/>
            <a:ext cx="329184" cy="329184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32520" y="159105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Desarrollo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732520" y="1883664"/>
            <a:ext cx="2788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interfaz (HTML/CSS/JS), lógica de negocio y colaboración en tiempo real.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867912"/>
            <a:ext cx="329184" cy="329184"/>
          </a:xfrm>
          <a:prstGeom prst="ellipse">
            <a:avLst/>
          </a:prstGeom>
          <a:solidFill>
            <a:srgbClr val="1F9D74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867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83133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Pruebas y depuración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43000" y="4123944"/>
            <a:ext cx="2788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 y de integración; depurar errores y optimizar el rendimiento.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70332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07992" y="3867912"/>
            <a:ext cx="329184" cy="329184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26" name="Text 24"/>
          <p:cNvSpPr/>
          <p:nvPr/>
        </p:nvSpPr>
        <p:spPr>
          <a:xfrm>
            <a:off x="4507992" y="3867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383133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Documentación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937760" y="4123944"/>
            <a:ext cx="2788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el proceso de desarrollo, más una guía de usuario y una guía técnica.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370332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02752" y="3867912"/>
            <a:ext cx="329184" cy="329184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31" name="Text 29"/>
          <p:cNvSpPr/>
          <p:nvPr/>
        </p:nvSpPr>
        <p:spPr>
          <a:xfrm>
            <a:off x="8302752" y="3867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732520" y="383133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Entrega y presentación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732520" y="4123944"/>
            <a:ext cx="2788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final del proyecto; entrega de código, documentación e informe.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· Plataforma de gestión de tareas colaborativas · IAD-2413 · ITD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de ejecución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semanas de trabajo, con un entregable claro en cada una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754880"/>
        </p:xfrm>
        <a:graphic>
          <a:graphicData uri="http://schemas.openxmlformats.org/drawingml/2006/table">
            <a:tbl>
              <a:tblPr/>
              <a:tblGrid>
                <a:gridCol w="1188720"/>
                <a:gridCol w="3017520"/>
                <a:gridCol w="6858000"/>
              </a:tblGrid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Actividades principales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Definición del problema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Reunión de equipo, investigación de plataformas similares y redacción del documento de requisitos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 y diseño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Diagramas de flujo, arquitectura, planificación de la base de datos y mockups/wireframes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Codificación de interfaz, lógica de negocio, integración de base de datos y colaboración en tiempo real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 y depuración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 unitarias y de integración, depuración de errores, revisión de la funcionalidad completa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Documentación y presentación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Documentación técnica y de usuario, presentación final y entrega del proyecto completo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· Plataforma de gestión de tareas colaborativas · IAD-2413 · ITD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evaluación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revisa al calificar el proyecto integrador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846320"/>
        </p:xfrm>
        <a:graphic>
          <a:graphicData uri="http://schemas.openxmlformats.org/drawingml/2006/table">
            <a:tbl>
              <a:tblPr/>
              <a:tblGrid>
                <a:gridCol w="3108960"/>
                <a:gridCol w="7955280"/>
              </a:tblGrid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se observa?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Calidad del análisis y diseño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Claridad y precisión en los requisitos; efectividad del diseño de la arquitectura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Funcionalidad del software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Implementación correcta de todas las funcionalidades; usabilidad de la plataforma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Calidad del código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Eficiencia y organización; uso adecuado de estructuras de control, funciones y manejo de errores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Exhaustividad y claridad de la documentación técnica y de usuario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Claridad al comunicar resultados y capacidad de explicar decisiones de diseño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Trabajo en equipo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Colaboración de cada integrante y manejo efectivo del tiempo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· Plataforma de gestión de tareas colaborativas · IAD-2413 · ITD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Instrumentos de evaluación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recoge la evidencia de cada criterio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27632"/>
            <a:ext cx="329184" cy="329184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59105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Rúbrica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883664"/>
            <a:ext cx="27889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del análisis y diseño del proyecto.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1627632"/>
            <a:ext cx="329184" cy="329184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59105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de verificación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883664"/>
            <a:ext cx="27889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qué funcionalidades quedaron implementadas.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02752" y="1627632"/>
            <a:ext cx="329184" cy="329184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32520" y="159105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Revisión de código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32520" y="1883664"/>
            <a:ext cx="27889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del código fuente entregado.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959352"/>
            <a:ext cx="329184" cy="329184"/>
          </a:xfrm>
          <a:prstGeom prst="ellipse">
            <a:avLst/>
          </a:prstGeom>
          <a:solidFill>
            <a:srgbClr val="1F9D74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959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92277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documental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215384"/>
            <a:ext cx="27889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la documentación entregada.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379476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07992" y="3959352"/>
            <a:ext cx="329184" cy="329184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26" name="Text 24"/>
          <p:cNvSpPr/>
          <p:nvPr/>
        </p:nvSpPr>
        <p:spPr>
          <a:xfrm>
            <a:off x="4507992" y="3959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392277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Observación de la presentación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4215384"/>
            <a:ext cx="27889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Retroalimentación directa durante la presentación final.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38160" y="379476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02752" y="3959352"/>
            <a:ext cx="329184" cy="329184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31" name="Text 29"/>
          <p:cNvSpPr/>
          <p:nvPr/>
        </p:nvSpPr>
        <p:spPr>
          <a:xfrm>
            <a:off x="8302752" y="3959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732520" y="392277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Autoevaluación y pares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732520" y="4215384"/>
            <a:ext cx="27889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estudiante evalúa su trabajo y el de su equipo.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· Plataforma de gestión de tareas colaborativas · IAD-2413 · ITD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023360" cy="402336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 final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65760" cy="365760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 completo de la plataforma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365760" cy="365760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3317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 y guía de usuario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365760" cy="365760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31089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final del proyecto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365760" cy="365760"/>
          </a:xfrm>
          <a:prstGeom prst="ellipse">
            <a:avLst/>
          </a:prstGeom>
          <a:solidFill>
            <a:srgbClr val="1F9D7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38862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final ante el grupo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10881360" cy="0"/>
          </a:xfrm>
          <a:prstGeom prst="line">
            <a:avLst/>
          </a:prstGeom>
          <a:noFill/>
          <a:ln w="19050">
            <a:solidFill>
              <a:srgbClr val="3D4A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0292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proyecto integral permitirá aplicar y consolidar los conocimientos de manera práctica y significativa, desarrollando competencias esenciales para el desarrollo de software y preparándose para enfrentar desafíos reales en el campo.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Tecnológico de Durango · TecNM · Fundamentos de Programación (IAD-2413)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2026-07-22T16:15:28Z</dcterms:created>
  <dcterms:modified xsi:type="dcterms:W3CDTF">2026-07-22T16:15:28Z</dcterms:modified>
</cp:coreProperties>
</file>