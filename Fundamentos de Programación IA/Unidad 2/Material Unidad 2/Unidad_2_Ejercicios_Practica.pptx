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IAD-2413 · FUNDAMENTOS DE PROGRAMACIÓN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2: Ejercicios de Práctica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problemas sin resolver para aplicar por tu cuenta la metodología completa de la Unidad 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977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3977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deben entregar por cada ejercicio?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metodología de 7 pasos del problema guía y los tres ejemplos resueltos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361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361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77640" y="14173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las 5 preguntas del análisis (qué entra, qué sale, restricciones, casos especiales, verificación)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2219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219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 soluciones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21031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al menos dos enfoques y justificar cuál eligen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9077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E7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9077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17320" y="27889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77640" y="27889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de su solución (pueden apoyarse en un diagrama de flujo)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5935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1F9D7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5935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17320" y="3474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77640" y="34747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en Python (obligatorio); C# o Java si quieren comparar sintaxis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2793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3776AB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2793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417320" y="41605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977640" y="41605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al menos 5 casos: normales, límite y de error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49651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9B4F96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9651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417320" y="48463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977640" y="48463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descriptivos y un docstring/comentario por función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" y="5650992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E76F0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56509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417320" y="5532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977640" y="55321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 dos frases: ¿dónde más se podría usar este mismo patrón?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para organizar su trabajo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Úsenlas como punto de partida al resolver cada ejercicio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— 2.1 ANÁLISIS DEL PROBLEMA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49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respuesta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entra?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debe salir?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restricciones existen?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casos especiales hay?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verifico el resultado?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— 2.5 TABLA DE PRUEBAS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349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91640"/>
                <a:gridCol w="2148840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Recuerden: primero se llena el análisis y se diseña el pseudocódigo — el código se escribe al final, no al principio.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de consonantes en una frase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una frase y contar cuántas consonantes contiene (cualquier letra que no sea vocal, espacio o signo de puntuación), sin importar mayúsculas o minúsculas.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PARA SU ANÁLISIS (SIN RESOLVER EL PROBLEMA)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81635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qué caracteres NO deberías contar (espacios, comas, puntos, números).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474720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35584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la frase viene vacía?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4133088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1421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decides, en tu diseño, si un carácter es una letra o no?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si un número es primo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un número entero positivo y determinar si es primo (un número primo solo es divisible entre 1 y entre sí mismo).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PARA SU ANÁLISIS (SIN RESOLVER EL PROBLEMA)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81635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debe pasar con el 0, el 1 y los números negativos? Decide una regla clara y documéntala.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474720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35584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verificar si es primo, ¿hasta qué número necesitas probar divisores? (no hace falta llegar hasta el número completo)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4133088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1421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 caso de prueba con un número primo grande y otro con un número claramente no primo.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palabra más larga de una lista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“Primo” del Ejemplo 2 (máxima y mínima temperatura)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una lista de palabras (el usuario decide cuántas) y determinar cuál es la palabra más larga. Si hay un empate, se debe mostrar la primera que haya aparecido.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PARA SU ANÁLISIS (SIN RESOLVER EL PROBLEMA)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281635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cambia y qué se mantiene igual respecto al patrón de máxima/mínima que ya conoces?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474720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35584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haces si la lista está vacía?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4133088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01421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defines “más larga” cuando dos palabras tienen exactamente el mismo número de caracteres?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 correo electrónico simple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“Primo” del Ejemplo 3 (validador de contraseña segura)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una cadena de texto y determinar, con reglas simples, si parece un correo válido: exactamente un “@”, al menos un carácter antes del “@”, y al menos un punto después del “@”.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PARA SU ANÁLISIS (SIN RESOLVER EL PROBLEMA)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281635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usar el mismo enfoque de funciones booleanas pequeñas (tieneArroba, tienePuntoDespuesDeArroba...).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474720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35584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el “@” aparece más de una vez?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4133088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01421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necesitan validar el formato completo de un correo real; basta con las reglas simples indicadas.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de temperatura corporal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la temperatura corporal de una persona (°C) y clasificarla en una categoría según el rango en el que caiga.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PARA SU ANÁLISIS (SIN RESOLVER EL PROBLEMA)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81635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 atención a los límites de cada rango: ¿un valor de exactamente 37.5 a qué categoría pertenece?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474720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355848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el usuario introduce una temperatura imposible (negativa o mayor a 45°C)?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4133088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14216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candidato para practicar if / elif / else (o su equivalente encadenado en C#/Java).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A CLASIFICAR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697480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(°C)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a 35.0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Hipotermia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 a 37.5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 a 39.0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a 39.0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Fiebre 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 dos patrones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quienes quieran ir un paso más allá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dos de los ejercicios anteriores (por ejemplo, el Ejercicio 3 y el Ejercicio 5) y diseña un solo programa que resuelva ambos problemas sobre el mismo conjunto de datos de entrada. Por ejemplo: leer una lista de palabras y de temperaturas juntas, mostrando al final tanto la palabra más larga como la clasificación de temperatura.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DF0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reto no tiene pistas: el objetivo es que combinen, sin ayuda, dos veces la metodología completa dentro de un solo programa bien organizado en funciones.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Ejercicios de Práctica · ITD / TecNM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entregar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rápido para cada ejercicio que resuelvan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73580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556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Respondí las 5 preguntas del análisis (2.1) para el problema elegido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73580"/>
          </a:solidFill>
          <a:ln w="19050">
            <a:solidFill>
              <a:srgbClr val="9B4F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50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Propuse y comparé al menos dos enfoques (2.2), y justifiqué cuál elegí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73580"/>
          </a:solidFill>
          <a:ln w="19050">
            <a:solidFill>
              <a:srgbClr val="E76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9443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el pseudocódigo de mi solución (2.3) antes de programar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73580"/>
          </a:solidFill>
          <a:ln w="19050">
            <a:solidFill>
              <a:srgbClr val="1F9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5387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código en Python implementa exactamente el diseño anterior (2.4)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73580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1330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tabla de pruebas (2.5) incluye un caso normal, uno límite y uno de error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73580"/>
          </a:solidFill>
          <a:ln w="19050">
            <a:solidFill>
              <a:srgbClr val="9B4F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7274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nombres son descriptivos y documenté cada función (2.6)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73580"/>
          </a:solidFill>
          <a:ln w="19050">
            <a:solidFill>
              <a:srgbClr val="E76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3218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Expliqué en 1–2 frases dónde más se aplicaría este patrón (2.7)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  ·  Ingeniería en Inteligencia Artificial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2026-07-21T16:42:58Z</dcterms:created>
  <dcterms:modified xsi:type="dcterms:W3CDTF">2026-07-21T16:42:58Z</dcterms:modified>
</cp:coreProperties>
</file>