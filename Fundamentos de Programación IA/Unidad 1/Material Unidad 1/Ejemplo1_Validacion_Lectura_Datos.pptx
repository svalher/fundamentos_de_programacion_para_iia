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PROGRAMACIÓN · REFUERZO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y lectura de datos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objetivo, tres herramientas distintas: try/except, TryParse y Scanner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794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794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—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validar la entrada del usuario?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39112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89280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usuario puede equivocarse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2219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letras donde se espera un número, dejar el campo vacío o introducir texto con espacios.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136392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9B4F9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9900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programa sin validación se detiene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31927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conversión fallida sin control provoca que el programa termine abruptamente (crash).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233672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E7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08736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lenguaje ofrece su propio mecanismo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41655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C# y Java resuelven el mismo problema con herramientas muy distintas entre sí.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330952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184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meta es siempre la misma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5138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permitir que un dato inválido llegue hasta el cálculo matemático.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lectura de datos · IAD-2413 · ITD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try / except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“Intenta la conversión y reacciona si falla” (EAFP)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2514600"/>
          </a:xfrm>
          <a:prstGeom prst="roundRect">
            <a:avLst>
              <a:gd name="adj" fmla="val 2182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5623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3093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leer_numero(mensaje):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valor = float(input(mensaje))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valor &lt;= 0: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print("El valor debe ser mayor que cero.")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valor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print("Entrada inválida. Introduce un número.")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52360" y="173736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0" y="1874520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1810512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Bucle infinito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19288" y="2066544"/>
            <a:ext cx="344728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solo se rompe con un return: garantiza que la función no termine hasta tener un valor válido.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52360" y="2935224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3072384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072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19288" y="3008376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Intento de conversión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19288" y="3264408"/>
            <a:ext cx="34472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float(input(mensaje)) intenta convertir el texto escrito a decimal.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52360" y="3950208"/>
            <a:ext cx="4160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0" y="4087368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087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19288" y="4023360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excepción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19288" y="4279392"/>
            <a:ext cx="34472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conversión falla, Python lanza ValueError y el bloque except la captura.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452360" y="5010912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5148072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5148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19288" y="5084064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rango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19288" y="5340096"/>
            <a:ext cx="344728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convierte pero es ≤ 0, se avisa y continue reinicia el ciclo sin salir de la función.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lectura de datos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— double.TryParse()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estático: se pregunta primero si se puede convertir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206240"/>
          </a:xfrm>
          <a:prstGeom prst="roundRect">
            <a:avLst>
              <a:gd name="adj" fmla="val 1304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5623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30936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LeerNumero(string mensaje)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valor;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Console.Write(mensaje);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(double.TryParse(Console.ReadLine(), out valor))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(valor &gt; 0)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Console.WriteLine("El valor debe ser mayor que cero.");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Console.WriteLine("Entrada inválida. Introduce un número.");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52360" y="1737360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0" y="1874520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1810512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Tipado estático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19288" y="2066544"/>
            <a:ext cx="344728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no permite “intentar y fallar” con la libertad de Python; se necesita un método explícito.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52360" y="2843784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2980944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2980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19288" y="2916936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TryParse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19288" y="3172968"/>
            <a:ext cx="344728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double.TryParse(...) intenta convertir sin lanzar excepción y devuelve true o false según el resultado.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52360" y="4041648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0" y="4178808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178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19288" y="4114800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 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19288" y="4370832"/>
            <a:ext cx="344728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convertido se entrega mediante out valor: la función devuelve el éxito y, además, el dato.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452360" y="5239512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5376672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5376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19288" y="5312664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rango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19288" y="5568696"/>
            <a:ext cx="34472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TryParse tuvo éxito, se revisa que valor &gt; 0 antes de aceptarlo.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lectura de datos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— Scanner.hasNextDouble()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como flujo de tokens: hay que gestionar el descarte manualmente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3657600"/>
          </a:xfrm>
          <a:prstGeom prst="roundRect">
            <a:avLst>
              <a:gd name="adj" fmla="val 1500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5623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30936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leerNumero(Scanner sc, String mensaje)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valor;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System.out.print(mensaje);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(!sc.hasNextDouble())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sc.next();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System.out.println("Entrada inválida. Introduce un número.");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System.out.print(mensaje);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 = sc.nextDouble();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(valor &gt; 0)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valor;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System.out.println("El valor debe ser mayor que cero.");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52360" y="173736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0" y="1874520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19288" y="1810512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tokens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19288" y="2066544"/>
            <a:ext cx="3447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lee la entrada como una secuencia continua de tokens separados por espacios o saltos de línea.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52360" y="2889504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3026664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3026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19288" y="2962656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Mirar sin consumir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19288" y="3218688"/>
            <a:ext cx="344728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hasNextDouble() revisa el siguiente token sin tomarlo: solo pregunta si sería válido.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52360" y="3995928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0" y="4133088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133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19288" y="4069080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Descartar inválidos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19288" y="4325112"/>
            <a:ext cx="344728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es válido, next() lo descarta; si no se descarta, Scanner queda atascado revisando el mismo token.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452360" y="5193792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0" y="5330952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5330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19288" y="5266944"/>
            <a:ext cx="3447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Consumir el válido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19288" y="5522976"/>
            <a:ext cx="34472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hasNextDouble() es verdadero, nextDouble() sí toma y devuelve el número.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lectura de datos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rápida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resultado para el estudiante, mecanismo distinto por lenguaje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383280"/>
        </p:xfrm>
        <a:graphic>
          <a:graphicData uri="http://schemas.openxmlformats.org/drawingml/2006/table">
            <a:tbl>
              <a:tblPr/>
              <a:tblGrid>
                <a:gridCol w="2103120"/>
                <a:gridCol w="2990088"/>
                <a:gridCol w="2990088"/>
                <a:gridCol w="2990088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/ except ValueError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double.TryParse(...)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Scanner.hasNextDouble()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¿Lanza excepción?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la atrapa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EAFP: “intenta y reacciona”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LBYL: “pregunta antes de actuar”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Manual: revisar y descartar token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Convención propia de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 el valor vía parámetro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descartar el token inválido con next()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el resultado es el mismo: el programa nunca se cae por una entrada inválida y siempre regresa un número utilizable.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lectura de datos · IAD-2413 · ITD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clave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lógica de programación — validar antes de usar — se expresa distinto según el paradigma y las bibliotecas estándar de cada lenguaje.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87168"/>
            <a:ext cx="320040" cy="32004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2468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confía en las excepciones: intenta primero, atrapa el error si ocurre.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145536"/>
            <a:ext cx="320040" cy="320040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31272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valida antes de actuar con un método booleano que además entrega el dato (out).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803904"/>
            <a:ext cx="320040" cy="32004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78561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exige gestionar manualmente el token inválido con Scanner.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462272"/>
            <a:ext cx="320040" cy="320040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62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44398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función leerNumero() / LeerNumero() se reutiliza en la Práctica 1 y en la Calculadora geométrica.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Sistemas y Computación · Instituto Tecnológico de Durango (TecNM)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2026-07-20T16:59:54Z</dcterms:created>
  <dcterms:modified xsi:type="dcterms:W3CDTF">2026-07-20T16:59:54Z</dcterms:modified>
</cp:coreProperties>
</file>