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programación y conceptos fundamentales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977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28600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977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84048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— Clave IAD-2413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13232" y="1773936"/>
            <a:ext cx="347472" cy="34747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13232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Evolución de la programación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382512" y="1773936"/>
            <a:ext cx="347472" cy="34747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382512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554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Variables, tipos de datos y operadores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13232" y="2734056"/>
            <a:ext cx="347472" cy="34747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13232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Sintaxis en distintos lenguajes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382512" y="273405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382512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514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dinámico vs. tipado estático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13232" y="3694176"/>
            <a:ext cx="347472" cy="34747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13232" y="3694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4747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y coma vs. indentación / llaves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347472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382512" y="3694176"/>
            <a:ext cx="347472" cy="34747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382512" y="3694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4747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Estructuras de control: condicionales y bucles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13232" y="4654296"/>
            <a:ext cx="347472" cy="34747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713232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4348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Funciones y métodos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4434840"/>
            <a:ext cx="5394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382512" y="465429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382512" y="4654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4348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conexión con la Práctica 1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Evolución de la programación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5904" y="3246120"/>
            <a:ext cx="9984228" cy="0"/>
          </a:xfrm>
          <a:prstGeom prst="line">
            <a:avLst/>
          </a:prstGeom>
          <a:noFill/>
          <a:ln w="38100">
            <a:solidFill>
              <a:srgbClr val="C7CC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05904" y="2926080"/>
            <a:ext cx="0" cy="320040"/>
          </a:xfrm>
          <a:prstGeom prst="line">
            <a:avLst/>
          </a:prstGeom>
          <a:noFill/>
          <a:ln w="19050">
            <a:solidFill>
              <a:srgbClr val="C7CCE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22924" y="164592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14364" y="17190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4364" y="193852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4364" y="23591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binario ejecutado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por el hardware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8834" y="3118104"/>
            <a:ext cx="256032" cy="256032"/>
          </a:xfrm>
          <a:prstGeom prst="ellipse">
            <a:avLst/>
          </a:prstGeom>
          <a:solidFill>
            <a:srgbClr val="8B8B9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96850" y="3374136"/>
            <a:ext cx="0" cy="192024"/>
          </a:xfrm>
          <a:prstGeom prst="line">
            <a:avLst/>
          </a:prstGeom>
          <a:noFill/>
          <a:ln w="19050">
            <a:solidFill>
              <a:srgbClr val="C7CCE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713870" y="356616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805310" y="36393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05310" y="3858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Ensamblador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05310" y="427939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Mnemotécnicos;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ensamblador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2926080"/>
            <a:ext cx="0" cy="320040"/>
          </a:xfrm>
          <a:prstGeom prst="line">
            <a:avLst/>
          </a:prstGeom>
          <a:noFill/>
          <a:ln w="19050">
            <a:solidFill>
              <a:srgbClr val="C7CCE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097780" y="164592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189220" y="17190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1957-70s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89220" y="193852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nivel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89220" y="23591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FORTRAN, COBOL, C: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legible, portable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509187" y="3118104"/>
            <a:ext cx="256032" cy="256032"/>
          </a:xfrm>
          <a:prstGeom prst="ellipse">
            <a:avLst/>
          </a:prstGeom>
          <a:solidFill>
            <a:srgbClr val="9B4F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8637203" y="3374136"/>
            <a:ext cx="0" cy="192024"/>
          </a:xfrm>
          <a:prstGeom prst="line">
            <a:avLst/>
          </a:prstGeom>
          <a:noFill/>
          <a:ln w="19050">
            <a:solidFill>
              <a:srgbClr val="C7CCE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7654223" y="356616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745663" y="36393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1980-90s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45663" y="3858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Orientado 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45663" y="427939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C++, Java, C#: clases,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herencia, encapsulamiento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090132" y="2926080"/>
            <a:ext cx="0" cy="320040"/>
          </a:xfrm>
          <a:prstGeom prst="line">
            <a:avLst/>
          </a:prstGeom>
          <a:noFill/>
          <a:ln w="19050">
            <a:solidFill>
              <a:srgbClr val="C7CCE0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10107152" y="1645920"/>
            <a:ext cx="19659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10198592" y="17190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1990s-hoy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98592" y="193852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Multiparadigma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198592" y="23591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JavaScript: IA,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alta productividad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(1995) y C# (2000) comparten raíces sintácticas en C/C++, mientras que Python (1991) priorizó la legibilidad sobre bloques con llaves.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52744" y="3118104"/>
            <a:ext cx="256032" cy="256032"/>
          </a:xfrm>
          <a:prstGeom prst="ellipse">
            <a:avLst/>
          </a:prstGeom>
          <a:solidFill>
            <a:srgbClr val="3776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977888" y="31181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10962116" y="3118104"/>
            <a:ext cx="256032" cy="256032"/>
          </a:xfrm>
          <a:prstGeom prst="ellipse">
            <a:avLst/>
          </a:prstGeom>
          <a:solidFill>
            <a:srgbClr val="E76F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Variables y tipos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memoria con nombre simbólico que almacena un valor modificable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29260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 / double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 / double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Carácter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(string de 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comunes:  </a:t>
            </a: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Aritméticos + - * / %  ·  Relacionales == != &gt; &lt; &gt;= &lt;=  ·  Lógicos (Python: and or not / C# y Java: &amp;&amp; || !)  ·  Asignación = += -= *= /=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Sintaxis: declaración de variables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"Ana"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8.5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es_regular = True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20;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"Ana";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promedio = 8.5;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esRegular = true;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20;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"Ana";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promedio = 8.5;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esRegular = true;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Observa: Python no declara el tipo; C# y Java sí lo declaran explícitamente antes del nombre de la variable.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mínima de un programa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8105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2918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print("Hola, ITD")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480560" y="185623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800600" y="18105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2918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Programa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Main()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Console.WriteLine("Hola, ITD");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275320" y="185623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95360" y="18105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32918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Programa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String[] args)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"Hola, ITD");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Tipado dinámico vs. tipado estático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mismo programa “se ve distinto” en cada lenguaje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317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Tipado dinámico —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Tipado estático — C# / 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se define el tipo?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ejecución, según el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compilación, se declara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¿Puede cambiar el tipo?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sin conversión explícita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errores de 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ejecución (más tarde)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compilación (más temprano)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principal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Rapidez para prototipar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seguridad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685800" y="441655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1005840" y="4370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4" name="Text 5"/>
          <p:cNvSpPr/>
          <p:nvPr/>
        </p:nvSpPr>
        <p:spPr>
          <a:xfrm>
            <a:off x="685800" y="475488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       # x es int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"cinco"  # válido: ahora str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42976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480560" y="441655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800600" y="4370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80560" y="475488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"cinco"; // ERROR compilación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42976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8275320" y="441655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8595360" y="4370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4754880"/>
            <a:ext cx="3291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"cinco"; // ERROR compilación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C# permite inferencia con var, pero sigue siendo fuertemente tipado (no es dinamismo real).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del punto y coma ( ; 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requerido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saltos de línea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delimitan las instrucciones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Obligatorio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final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sentencia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32104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Obligatorio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6700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final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sentencia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85800" y="363931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005840" y="3593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977640"/>
            <a:ext cx="32918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a + b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520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480560" y="363931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800600" y="3593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3977640"/>
            <a:ext cx="32918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10;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a + b;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Console.WriteLine(suma);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52044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8275320" y="363931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595360" y="3593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3977640"/>
            <a:ext cx="32918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10;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a + b;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System.out.println(suma);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omite el ; en C# o Java, el compilador arroja error. En Python, no aplica: no se usa para terminar sentencias.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Indentación (Python) vs. llaves { } (C# y Java)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indentación no es estética, es sintaxis obligatoria. Define qué instrucciones pertenecen a un bloque. Un error de sangría provoca IndentationError.
</a:t>
            </a:r>
            <a:r>
              <a:rPr lang="en-US" sz="1400" b="1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y Java: 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se delimitan con llaves { }. La indentación es solo una convención de legibilidad.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272491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05840" y="26791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print("Es mayor")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print("Puede votar")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print("Es menor")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480560" y="272491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800600" y="26791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06324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Console.WriteLine("Mayor");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Console.WriteLine("Vota");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Console.WriteLine("Menor");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606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275320" y="272491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595360" y="26791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306324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&gt;= 18)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System.out.println("Mayor");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System.out.println("Vota");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System.out.println("Menor");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en Python: mezclar espacios y tabulaciones rompe el programa. En C#/Java esto solo afecta la legibilidad.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Estructuras de control — bucle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lenguajes comparten la lógica del bucle for; cambia únicamente la sintaxis de delimitación de bloques.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Estructuras de control — bucle while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contador &lt; 5: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print(contador)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+= 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contador = 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5)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Console.WriteLine(contador);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contador++;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2918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contador = 0;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5)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System.out.println(contador);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contador++;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Definición de funciones y métodos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tipos declarados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2918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sumar(a, b):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print(sumar(3, 4))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12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una clase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468880"/>
            <a:ext cx="32918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Operaciones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int Sumar(int a, int b)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212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una clase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2918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Operaciones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int sumar(int a, int b)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modularidad favorece reutilización de código y facilidad de depuración en cualquier lenguaje.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resumen comparativa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Dinámico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 (con var opcional)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sentencia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 de línea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Delimitación de bloques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Llaves { 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Llaves { 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¿Requiere clase para ejecutar?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Compilado / interpretado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Compilado a IL (CLR)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Compilado a bytecode (JVM)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IAD-2413 · ITD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la Práctica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básica en varios lenguajes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320040" cy="320040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la evolución de los lenguajes de programación.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871216"/>
            <a:ext cx="320040" cy="320040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31520" y="2871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852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variables, operadores y funciones para suma, resta, multiplicación y división.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529584"/>
            <a:ext cx="320040" cy="320040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3529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5112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la solución en Python, C# y Java.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187952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3152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1696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condicionales y bucles para permitir cálculos repetidos.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8280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en el informe: tipado, punto y coma, indentación / llaves.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 · Instituto Tecnológico de Durango (TecNM)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1442</Words>
  <Application>Microsoft Office PowerPoint</Application>
  <PresentationFormat>Panorámica</PresentationFormat>
  <Paragraphs>334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Valdez Hernandez</cp:lastModifiedBy>
  <cp:revision>3</cp:revision>
  <dcterms:created xsi:type="dcterms:W3CDTF">2026-07-17T15:31:29Z</dcterms:created>
  <dcterms:modified xsi:type="dcterms:W3CDTF">2026-07-17T16:50:53Z</dcterms:modified>
</cp:coreProperties>
</file>