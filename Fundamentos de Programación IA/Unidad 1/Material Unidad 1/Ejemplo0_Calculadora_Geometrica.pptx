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PRÁCTICA COMPLEMENTARIA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Calculadora Geométrica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del área de figuras geométricas en varios lenguajes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794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379476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3794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—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práctica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calculadora geométrica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permita calcular el área de distintas figuras (círculo, cuadrado, rectángulo, triángulo, rombo, trapecio y pentágono regular) en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C# y Java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Práctica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977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reutiliza la misma arquitectura (funciones por operación, menú con bucle, validación de entrada) pero ahora se agrega la regla de negocio: las medidas deben ser mayores que cero.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Figuras geométricas y sus fórmulas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20624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del área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Círculo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π × r²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lado²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Rectángulo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base × altura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Triángulo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(base × altura) /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Rombo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(D × d) /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Trapecio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((B + b) × h) / 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Pentágono regular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(5 × lado²) / (4 × tan(π / 5))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Instrucciones de la práctica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929384"/>
            <a:ext cx="365760" cy="36576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9293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por figura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17830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una función que calcule el área de cada figura geométrica.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862072"/>
            <a:ext cx="365760" cy="365760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71576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entrada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2715768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medidas numéricas y rechazar valores negativos o iguales a cero.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794760"/>
            <a:ext cx="365760" cy="365760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648456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la biblioteca matemática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3648456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math.pi / Math.PI y funciones trigonométricas (tan) para el pentágono.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48970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47274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727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581144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Menú con bucle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4581144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un menú de 8 opciones (7 figuras + salir) que se repita hasta elegir 'Salir'.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42239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5660136"/>
            <a:ext cx="365760" cy="365760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5660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08760" y="55138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en tres lenguajes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5513832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la solución completa en Python, C# y Java.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área del círculo y el cuadrado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la constante π de la biblioteca matemática estándar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65760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918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area_circulo(r):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math.pi * r ** 2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area_cuadrado(l):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 **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65760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918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AreaCirculo(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r)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Math.PI *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Math.Pow(r, 2);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AreaCuadrado(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Math.Pow(l, 2);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65760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286000"/>
            <a:ext cx="32918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areaCirculo(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r)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Math.PI *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Math.pow(r, 2);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areaCuadrado(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Math.pow(l, 2);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usa el operador ** para potencias; C# y Java requieren el método Math.Pow() / Math.pow().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área del rectángulo y el triángulo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area_rectangulo(b, h):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 * h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area_triangulo(b, h):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(b * h) /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AreaRectangulo(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b, double h)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 * h;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AreaTriangulo(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b, double h)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(b * h) / 2;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areaRectangulo(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b, double h)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 * h;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areaTriangulo(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b, double h)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(b * h) / 2;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área del rombo y el trapecio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area_rombo(D, d):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(D * d) / 2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area_trapecio(B, b, h):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((B + b) * h) /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AreaRombo(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D, double d)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(D * d) / 2;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AreaTrapecio(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B, double b,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h)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((B+b)*h) / 2;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828800"/>
            <a:ext cx="3566160" cy="3291840"/>
          </a:xfrm>
          <a:prstGeom prst="roundRect">
            <a:avLst>
              <a:gd name="adj" fmla="val 166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75320" y="2286000"/>
            <a:ext cx="3291840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areaRombo(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D, double d)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(D * d) / 2;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areaTrapecio(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B, double b,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h)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((B+b)*h) / 2;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área del pentágono regular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figura “extra” — introduce funciones trigonométricas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area_pentagono(l):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(5 * l ** 2) / 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4 * math.tan(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math.pi / 5))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4767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AreaPentagono(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(5 * Math.Pow(l, 2))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(4 * Math.Tan(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Math.PI / 5));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66160" cy="3017520"/>
          </a:xfrm>
          <a:prstGeom prst="roundRect">
            <a:avLst>
              <a:gd name="adj" fmla="val 181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4767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901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286000"/>
            <a:ext cx="32918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areaPentagono(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l)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(5 * Math.pow(l, 2))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(4 * Math.tan(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Math.PI / 5));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del pentágono regular a partir de su lado: (5 × lado²) / (4 × tan(π / 5)).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de entrada: tres mecanismos distintos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objetivo, herramienta distinta en cada lenguaje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/ except ValueError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double.TryParse(...)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Scanner.hasNextDouble()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¿Lanza excepción?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la atrapa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Particularidad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“Pedir perdón, no permiso” (EAFP)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Devuelve el valor vía parámetro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 que descartar el token inválido con next()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tres casos el resultado es el mismo: el programa nunca se detiene por una entrada inválida y siempre regresa un número mayor que cero.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Código: función leerNumero()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formato numérico y rechaza valores ≤ 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01952"/>
            <a:ext cx="256032" cy="256032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562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2918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leer_numero(msj):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 = float(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input(msj))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v &gt; 0: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v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print("no valido")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print("no valido")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1901952"/>
            <a:ext cx="256032" cy="256032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8562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240280"/>
            <a:ext cx="32918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LeerNumero(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msj)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v;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Console.Write(msj);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(double.TryParse(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Console.ReadLine(),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v) &amp;&amp; v &gt; 0)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v;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Console.WriteLine("no valido");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66160" cy="4023360"/>
          </a:xfrm>
          <a:prstGeom prst="roundRect">
            <a:avLst>
              <a:gd name="adj" fmla="val 1538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01952"/>
            <a:ext cx="256032" cy="256032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8562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240280"/>
            <a:ext cx="329184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double leerNumero(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Scanner sc, String msj)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v;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(true)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System.out.print(msj);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(!sc.hasNextDouble()) {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sc.next();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sc.nextDouble();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(v &gt; 0) return v;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 de ejemplo (consola)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194560" y="1691640"/>
            <a:ext cx="7772400" cy="4434840"/>
          </a:xfrm>
          <a:prstGeom prst="roundRect">
            <a:avLst>
              <a:gd name="adj" fmla="val 1237"/>
            </a:avLst>
          </a:prstGeom>
          <a:solidFill>
            <a:srgbClr val="1B1D2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331720" y="1810512"/>
            <a:ext cx="256032" cy="256032"/>
          </a:xfrm>
          <a:prstGeom prst="ellipse">
            <a:avLst/>
          </a:prstGeom>
          <a:solidFill>
            <a:srgbClr val="1F9D74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764792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EN CONSOLA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2148840"/>
            <a:ext cx="749808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CALCULADORA GEOMÉTRICA =====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Círculo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Cuadrado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Rectángulo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Triángulo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Rombo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Trapecio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Pentágono regular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Salir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Selecciona una figura (1-8): 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Radio: 5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del círculo = 78.54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Selecciona una figura (1-8): 8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del programa. ¡Hasta luego!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geométrica · IAD-2413 · ITD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0" y="6537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89888"/>
            <a:ext cx="292608" cy="292608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 la calculadora geométrica en Python, C# y Java.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92608" cy="292608"/>
          </a:xfrm>
          <a:prstGeom prst="ellipse">
            <a:avLst/>
          </a:prstGeom>
          <a:solidFill>
            <a:srgbClr val="9B4F9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08483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fórmulas utilizadas para cada figura.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816352"/>
            <a:ext cx="292608" cy="292608"/>
          </a:xfrm>
          <a:prstGeom prst="ellipse">
            <a:avLst/>
          </a:prstGeom>
          <a:solidFill>
            <a:srgbClr val="E76F0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163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798064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ejecución con al menos una prueba por figura.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822960"/>
            <a:ext cx="0" cy="512064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685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evaluación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583680" y="14264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3716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las fórmulas geométricas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99339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93852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correcta de medidas (&gt; 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56032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5054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adecuado de la biblioteca matemática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31272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307238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código en funciones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369417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6393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del menú en bucle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Sistemas y Computación · Instituto Tecnológico de Durango (TecNM)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2026-07-20T16:18:37Z</dcterms:created>
  <dcterms:modified xsi:type="dcterms:W3CDTF">2026-07-20T16:18:37Z</dcterms:modified>
</cp:coreProperties>
</file>