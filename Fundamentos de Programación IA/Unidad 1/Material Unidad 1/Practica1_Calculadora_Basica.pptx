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TEMA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básica en varios lenguajes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8404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8404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—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práctica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calculadora básica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permita realizar operaciones aritméticas simples (suma, resta, multiplicación y división) en diferentes lenguajes de programación: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C# y Java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específica relacionada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77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“Aplica las herramientas de programación en la modelización y desarrolla soluciones para una variedad de problemas del mundo real.”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Instrucciones de la práctica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92938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de la programación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577840" y="1783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y escribir un breve resumen sobre la evolución de los lenguajes.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862072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7157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básicos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577840" y="271576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utilizar variables, tipos de datos y operadores aritméticos.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794760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6484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Sintaxis en diferentes lenguajes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577840" y="3648456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calculadora en Python, C# y Java.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4727448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58114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de control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4581144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Condicionales (if-else) para operaciones y bucles para cálculos repetidos.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42239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566013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60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5138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y métodos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577840" y="551383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función para cada operación: suma, resta, multiplicación, división.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del programa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común a los tres lenguajes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menú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31720" y="2308860"/>
            <a:ext cx="27432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0604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82880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opción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(1-5)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08860"/>
            <a:ext cx="27432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2057400" cy="1234440"/>
          </a:xfrm>
          <a:prstGeom prst="diamond">
            <a:avLst/>
          </a:prstGeom>
          <a:solidFill>
            <a:srgbClr val="E76F0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2057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¿Opción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2308860"/>
            <a:ext cx="18288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0372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9B4F96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82880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números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calcular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0" y="2308860"/>
            <a:ext cx="274320" cy="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0" y="182880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F9D74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828800"/>
            <a:ext cx="1783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435608" y="2788920"/>
            <a:ext cx="0" cy="502920"/>
          </a:xfrm>
          <a:prstGeom prst="line">
            <a:avLst/>
          </a:prstGeom>
          <a:noFill/>
          <a:ln w="2540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5: Salir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0195560" cy="594360"/>
          </a:xfrm>
          <a:prstGeom prst="roundRect">
            <a:avLst>
              <a:gd name="adj" fmla="val 46154"/>
            </a:avLst>
          </a:prstGeom>
          <a:solidFill>
            <a:srgbClr val="EDF0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776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while repite el proceso hasta que el usuario selecciona “Salir” — así se calculan varios resultados sin reiniciar el programa.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válida? → mensaje de error y vuelve a mostrar el menú (validación con if-else).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funciones sumar() y restar()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Funciones y métodos — una función por operación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sumar(a, b):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restar(a, b):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-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Sumar(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Restar(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-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sumar(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restar(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-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vive en su propia función: facilita pruebas, lectura y reutilización del código.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multiplicar() y dividir()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errores: división entre cero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multiplicar(a, b):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* b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dividir(a, b):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print("Error: div/0")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double? Dividir(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0)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"Error: div/0");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/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dividir(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a, double b)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0)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"Error: div/0");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/ b;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devuelve None, C# usa double? (nullable) y Java usa Double (objeto) para representar “sin resultado”.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validación de entrada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el programa se detenga con datos no numéricos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leer_numero(msj):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float(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input(msj))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print("Entrada no valida")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msj)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Console.Write(msj);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(!double.TryParse(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Console.ReadLine(),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out v))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/* pide de nuevo */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918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 sc, String msj)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System.out.print(msj);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(!sc.hasNextDouble())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sc.next();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pide de nuevo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sc.nextDouble();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menú y bucle principal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Estructuras de control — while + if/else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114800"/>
          </a:xfrm>
          <a:prstGeom prst="roundRect">
            <a:avLst>
              <a:gd name="adj" fmla="val 1333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562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(equivalente en C# y Java)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069848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continuar = True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continuar: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mostrar_menu()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opcion = input("Selecciona una opción (1-5): 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opcion == "5":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print("Fin del programa. ¡Hasta luego!")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continuar = False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opcion in ("1", "2", "3", "4"):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leer_numero("Introduce el primer número: 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 = leer_numero("Introduce el segundo número: 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... selecciona la operación según 'opcion' y muestra el resultado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print("Opción no válida. Intenta de nuevo.")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de ejemplo (consola)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194560" y="1737360"/>
            <a:ext cx="7772400" cy="4206240"/>
          </a:xfrm>
          <a:prstGeom prst="roundRect">
            <a:avLst>
              <a:gd name="adj" fmla="val 1304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31720" y="1856232"/>
            <a:ext cx="256032" cy="256032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81051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EN CONSOLA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2194560"/>
            <a:ext cx="74980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CALCULADORA BÁSICA =====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Sumar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Restar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Multiplicar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Dividir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Salir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Selecciona una opción (1-5):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 el primer número: 5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 el segundo número: 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Resultado: 5.0 + 3.0 = 8.0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Selecciona una opción (1-5): 5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del programa. ¡Hasta luego!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1 · Calculadora básica · IAD-2413 · ITD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 la calculadora en Python, C# y Java.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92608" cy="29260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08483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breve sobre la evolución de los lenguajes de programación.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16352"/>
            <a:ext cx="292608" cy="29260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79806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sintaxis entre los tres lenguajes (tipado, punto y coma, indentación / llaves).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822960"/>
            <a:ext cx="0" cy="512064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685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83680" y="14264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3716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correcta de las 4 operaciones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993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9385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adecuado de errores (división entre cero)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5054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correcto de variables, condicionales y bucles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1272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07238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y organización del código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6941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6393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informe comparativo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 · Instituto Tecnológico de Durango (TecNM)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2026-07-17T15:51:34Z</dcterms:created>
  <dcterms:modified xsi:type="dcterms:W3CDTF">2026-07-17T15:51:34Z</dcterms:modified>
</cp:coreProperties>
</file>