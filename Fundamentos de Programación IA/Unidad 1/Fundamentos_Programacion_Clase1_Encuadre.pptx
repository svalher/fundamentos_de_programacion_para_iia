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IAD-2413  ·  INGENIERÍA EN INTELIGENCIA ARTIFICIAL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encuadre — presentación de la asignatura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12700">
            <a:solidFill>
              <a:srgbClr val="2C4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29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Sistemas y Computación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vamos a hablar?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6642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la asignatura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842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generales, justificación y su papel dentro de la carrera de 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5786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a desarrollar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986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sabrás hacer al terminar el curso y qué necesitas saber antes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34930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 y metodología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8130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unidades, prácticas y el proyecto integrador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325880" y="44074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lenguajes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7274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HTML/CSS/JS y los entornos que usaremos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1325880" y="53218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calendarización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56418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evaluación y el mapa de las 16 semanas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generales de la asignatura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97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2219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IAD-2413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SATCA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136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2-3-5  (H. teoría-práctica-créditos)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050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965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semanas · 5 h / semana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16916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crucial esta materia?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66360" y="210312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Sienta las bases de todas las habilidades de programación avanzadas que necesitarás como ingeniero en IA: sin fundamentos sólidos no es posible abordar algoritmos de aprendizaje automático, procesamiento de grandes volúmenes de datos ni optimización de modelos.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66360" y="358444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34472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Algoritmia y Estructuras de Datos → profundiza tipos de datos, control de flujo y funciones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66360" y="424281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410565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Orientada a Objetos → expande modularización hacia clases, herencia y polimorfismo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66360" y="490118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476402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→ extiende el manejo de archivos a operaciones CRUD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ESPECÍFICA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serás capaz de hacer al terminar el curso?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solidFill>
            <a:srgbClr val="13294B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51460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“Aplica las herramientas de programación en la modelización y desarrolla soluciones para una variedad de problemas del mundo real.”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otras palabras, al final del semestre podrás: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5029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algoritmos para resolver problemas reales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489204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5029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Escribir, depurar y probar código en varios lenguajes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489204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5029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IDEs, bibliotecas y buenas prácticas de desarrollo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489204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9992" y="5029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aplicación práctica de principio a fin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previas esperadas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requiere experiencia previa en programación — sí una base mínima y una actitud autodidacta.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508760" y="2514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básico de computadoras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08760" y="285292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archivos, sistema operativo y navegación de software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56032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7132320" y="2514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elementales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32320" y="285292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Aritmética, álgebra básica y lógica proposicional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508760" y="4251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lógico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08760" y="459028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descomponer problemas en pasos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02336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2976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7132320" y="4251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autodidacta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32320" y="459028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 a experimentar y buscar recursos por cuenta propia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CURSO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Temario general — 4 unidades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562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programación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conceptos fundamentales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tipos de datos, operadores, estructuras de control y funciones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5406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8562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4652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metodología de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descripción del problema al algoritmo depurado y documentado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5406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679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programación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desarrollo de aplicaciones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IDEs, bibliotecas estándar y organización de proyectos de software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7033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8679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446520" y="4480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prácticas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5074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web, móviles y de escritorio con frameworks reales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y conceptos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6634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SUBTEMAS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66360" y="10972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la programación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627632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8105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66360" y="181051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tipos de datos y operadores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340864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5237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252374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en diferentes lenguajes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3054096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369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66360" y="323697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control, condicionales y bucles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767328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9502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66360" y="395020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para funciones y métodos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4480560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540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metodología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resolución de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6634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SUBTEMAS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66360" y="10972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y análisis del problema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627632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8105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66360" y="181051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soluciones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340864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5237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252374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algoritmos y soluciones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3054096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369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66360" y="323697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soluciones en código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767328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9502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66360" y="395020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Depuración, pruebas y manejo de errores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4480560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663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66360" y="46634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buenas prácticas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5193792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53766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66360" y="53766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problemas prácticos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5907024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540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y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aplicaciones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6634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SUBTEMAS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66360" y="10972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de desarrollo integrados (IDE)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627632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8105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66360" y="181051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bibliotecas y módulos estándar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340864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5237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252374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y organización de proyectos de software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3054096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prácticas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6634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SUBTEMAS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66360" y="10972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básicas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627632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8105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66360" y="181051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aplicaciones móviles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340864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5237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252374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 escritorio simples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3054096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369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66360" y="323697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frameworks de desarrollo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767328"/>
            <a:ext cx="676656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TRABAJAREMOS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aprender programando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describe y desglosa cada problema antes de tocar el teclado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2968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2044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9040" y="2103120"/>
            <a:ext cx="548640" cy="54864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374904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3154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o pseudocódigo antes de implementar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9224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210312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672084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3154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funcional siguiendo buenas prácticas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16568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46404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92640" y="2103120"/>
            <a:ext cx="548640" cy="54864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24" name="Text 22"/>
          <p:cNvSpPr/>
          <p:nvPr/>
        </p:nvSpPr>
        <p:spPr>
          <a:xfrm>
            <a:off x="96926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969264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Depurar y probar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92640" y="3154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exhaustivas y manejo de errores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unidad incluye una práctica dirigida; el curso cierra con un proyecto integrador donde se aplican las cuatro unidades juntas.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y resolución de problemas en clase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5120640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individual y en equipo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577840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pequeños por unidad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0" y="5577840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y retroalimentación del docente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 HERRAMIENTAS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Lenguajes y herramientas del curso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13294B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9456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5156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36118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base del curso — algoritmos, funciones y backend con Flask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92024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13294B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219456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74904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36118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orientada a objetos y backend con Spring Boot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13294B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19456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44652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6118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web para las prácticas y el proyecto integrador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192024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13294B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219456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14400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PyCharm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0" y="36118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desarrollo, depuración y control de versiones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CURSO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integrador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389120"/>
          </a:xfrm>
          <a:prstGeom prst="roundRect">
            <a:avLst>
              <a:gd name="adj" fmla="val 2083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gestión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tareas colaborativas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web donde los usuarios crean, asignan, editan y organizan tareas de forma colaborativa — integrando lo aprendido en las cuatro unidades del curso.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SUGERIDO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 +  Python / Java  +  Base de datos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600200"/>
            <a:ext cx="457200" cy="45720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problema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057400"/>
            <a:ext cx="0" cy="502920"/>
          </a:xfrm>
          <a:prstGeom prst="line">
            <a:avLst/>
          </a:prstGeom>
          <a:noFill/>
          <a:ln w="19050">
            <a:solidFill>
              <a:srgbClr val="DDE3E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943600" y="2532888"/>
            <a:ext cx="457200" cy="45720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578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diseño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2990088"/>
            <a:ext cx="0" cy="502920"/>
          </a:xfrm>
          <a:prstGeom prst="line">
            <a:avLst/>
          </a:prstGeom>
          <a:noFill/>
          <a:ln w="19050">
            <a:solidFill>
              <a:srgbClr val="DDE3E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943600" y="3465576"/>
            <a:ext cx="457200" cy="45720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5112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922776"/>
            <a:ext cx="0" cy="502920"/>
          </a:xfrm>
          <a:prstGeom prst="line">
            <a:avLst/>
          </a:prstGeom>
          <a:noFill/>
          <a:ln w="19050">
            <a:solidFill>
              <a:srgbClr val="DDE3E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0" y="4398264"/>
            <a:ext cx="457200" cy="45720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4443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depuración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855464"/>
            <a:ext cx="0" cy="502920"/>
          </a:xfrm>
          <a:prstGeom prst="line">
            <a:avLst/>
          </a:prstGeom>
          <a:noFill/>
          <a:ln w="19050">
            <a:solidFill>
              <a:srgbClr val="DDE3E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0" y="5330952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5376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presentación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JUEGO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evalúa el curso?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309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37360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y problemas resueltos en clase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6309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9748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468880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por unidad (4 en total)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6309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2900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00400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escrita por unidad (4 en total)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6309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6052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931920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de investigación entregados por escrito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6309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89204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663440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final con reporte y presentación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78040" y="1737360"/>
            <a:ext cx="4434840" cy="4251960"/>
          </a:xfrm>
          <a:prstGeom prst="rect">
            <a:avLst/>
          </a:prstGeom>
          <a:solidFill>
            <a:srgbClr val="15406B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DE UNIDAD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5236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52360" y="2761488"/>
            <a:ext cx="3886200" cy="0"/>
          </a:xfrm>
          <a:prstGeom prst="line">
            <a:avLst/>
          </a:prstGeom>
          <a:noFill/>
          <a:ln w="9525">
            <a:solidFill>
              <a:srgbClr val="2C4A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29443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0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52360" y="3328416"/>
            <a:ext cx="3886200" cy="0"/>
          </a:xfrm>
          <a:prstGeom prst="line">
            <a:avLst/>
          </a:prstGeom>
          <a:noFill/>
          <a:ln w="9525">
            <a:solidFill>
              <a:srgbClr val="2C4A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35112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0" y="35112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52360" y="3895344"/>
            <a:ext cx="3886200" cy="0"/>
          </a:xfrm>
          <a:prstGeom prst="line">
            <a:avLst/>
          </a:prstGeom>
          <a:noFill/>
          <a:ln w="9525">
            <a:solidFill>
              <a:srgbClr val="2C4A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40782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0" y="40782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9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52360" y="4462272"/>
            <a:ext cx="3886200" cy="0"/>
          </a:xfrm>
          <a:prstGeom prst="line">
            <a:avLst/>
          </a:prstGeom>
          <a:noFill/>
          <a:ln w="9525">
            <a:solidFill>
              <a:srgbClr val="2C4A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46451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0" y="4645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16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52360" y="5029200"/>
            <a:ext cx="3886200" cy="0"/>
          </a:xfrm>
          <a:prstGeom prst="line">
            <a:avLst/>
          </a:prstGeom>
          <a:noFill/>
          <a:ln w="9525">
            <a:solidFill>
              <a:srgbClr val="2C4A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COMPLETO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Calendarización — 16 semanas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828800" cy="12801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957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1-3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269748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303580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2286000"/>
            <a:ext cx="1828800" cy="1280160"/>
          </a:xfrm>
          <a:prstGeom prst="rect">
            <a:avLst/>
          </a:prstGeom>
          <a:solidFill>
            <a:srgbClr val="15406B"/>
          </a:solidFill>
          <a:ln/>
        </p:spPr>
      </p:sp>
      <p:sp>
        <p:nvSpPr>
          <p:cNvPr id="9" name="Text 7"/>
          <p:cNvSpPr/>
          <p:nvPr/>
        </p:nvSpPr>
        <p:spPr>
          <a:xfrm>
            <a:off x="2715768" y="23957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3-5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15768" y="269748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715768" y="303580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286000"/>
            <a:ext cx="1554480" cy="1280160"/>
          </a:xfrm>
          <a:prstGeom prst="rect">
            <a:avLst/>
          </a:prstGeom>
          <a:solidFill>
            <a:srgbClr val="15406B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23957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6-7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81728" y="269748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81728" y="303580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desarrollo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2286000"/>
            <a:ext cx="1554480" cy="12801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6373368" y="23957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7-9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3368" y="269748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73368" y="303580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prácticas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2286000"/>
            <a:ext cx="3200400" cy="128016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65008" y="239572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10-16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65008" y="269748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65008" y="303580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inicial (hoy) · 4 evaluaciones de unidad · proyecto integrador con presentación final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617720"/>
            <a:ext cx="105156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hora diaria · lunes a viernes · 80 sesiones en total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6400800" cy="6400800"/>
          </a:xfrm>
          <a:prstGeom prst="ellipse">
            <a:avLst/>
          </a:prstGeom>
          <a:solidFill>
            <a:srgbClr val="15406B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EMPECEMOS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¿Listos para programar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primer algoritmo?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dudas y comentarios sobre el encuadre del curso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 / TecNM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2026-07-17T16:16:48Z</dcterms:created>
  <dcterms:modified xsi:type="dcterms:W3CDTF">2026-07-17T16:16:48Z</dcterms:modified>
</cp:coreProperties>
</file>