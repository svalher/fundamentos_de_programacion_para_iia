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745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· REFUERZO DE FUNDAMENTOS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2402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Top-Level Statements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quedó el resto del código?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384048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9B4F9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8404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5989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Tecnológico de Durango · TecNM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Inteligencia Artificial — Fundamentos de Programación (IAD-2413)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 new console genera esto... pero en clase vimos otra cosa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2926080"/>
          </a:xfrm>
          <a:prstGeom prst="roundRect">
            <a:avLst>
              <a:gd name="adj" fmla="val 2727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47672"/>
            <a:ext cx="256032" cy="256032"/>
          </a:xfrm>
          <a:prstGeom prst="ellipse">
            <a:avLst/>
          </a:prstGeom>
          <a:solidFill>
            <a:srgbClr val="9B4F9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90195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212848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ves en Program.cs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846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Console.WriteLine("Hola, Mundo");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212080" cy="2926080"/>
          </a:xfrm>
          <a:prstGeom prst="roundRect">
            <a:avLst>
              <a:gd name="adj" fmla="val 2727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1947672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720840" y="190195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2212848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viste en la Unidad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46520" y="2468880"/>
            <a:ext cx="4846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System;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Programa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static void Main()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Console.WriteLine("Hola, Mundo");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5029200"/>
            <a:ext cx="10835640" cy="1005840"/>
          </a:xfrm>
          <a:prstGeom prst="roundRect">
            <a:avLst>
              <a:gd name="adj" fmla="val 7273"/>
            </a:avLst>
          </a:prstGeom>
          <a:solidFill>
            <a:srgbClr val="EDF0F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029200"/>
            <a:ext cx="10287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quedó todo lo demás? — Spoiler: la clase y el Main siguen ahí (los genera el compilador) y el using System; lo aporta el proyecto (ImplicitUsings).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statements en C# · IAD-2413 · ITD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0" y="6537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son los top-level statements?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.NET 6: código ejecutable directamente en la raíz del archivo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3017520" cy="1188720"/>
          </a:xfrm>
          <a:prstGeom prst="roundRect">
            <a:avLst>
              <a:gd name="adj" fmla="val 6923"/>
            </a:avLst>
          </a:prstGeom>
          <a:solidFill>
            <a:srgbClr val="9B4F9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1168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 escribes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el código útil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794760" y="2606040"/>
            <a:ext cx="914400" cy="0"/>
          </a:xfrm>
          <a:prstGeom prst="line">
            <a:avLst/>
          </a:prstGeom>
          <a:noFill/>
          <a:ln w="31750">
            <a:solidFill>
              <a:srgbClr val="9AA0B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709160" y="2011680"/>
            <a:ext cx="3017520" cy="1188720"/>
          </a:xfrm>
          <a:prstGeom prst="roundRect">
            <a:avLst>
              <a:gd name="adj" fmla="val 6923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709160" y="201168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compilador genera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clase y el Main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26680" y="2606040"/>
            <a:ext cx="914400" cy="0"/>
          </a:xfrm>
          <a:prstGeom prst="line">
            <a:avLst/>
          </a:prstGeom>
          <a:noFill/>
          <a:ln w="31750">
            <a:solidFill>
              <a:srgbClr val="9AA0B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641080" y="2011680"/>
            <a:ext cx="3017520" cy="1188720"/>
          </a:xfrm>
          <a:prstGeom prst="roundRect">
            <a:avLst>
              <a:gd name="adj" fmla="val 6923"/>
            </a:avLst>
          </a:prstGeom>
          <a:solidFill>
            <a:srgbClr val="1F9D74"/>
          </a:solidFill>
          <a:ln/>
        </p:spPr>
      </p:sp>
      <p:sp>
        <p:nvSpPr>
          <p:cNvPr id="11" name="Text 9"/>
          <p:cNvSpPr/>
          <p:nvPr/>
        </p:nvSpPr>
        <p:spPr>
          <a:xfrm>
            <a:off x="8641080" y="201168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final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(siempre el mismo)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clave: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versiones compilan exactamente al mismo resultado. La diferencia es solo cuánto código “boilerplate” (repetitivo) tienes que escribir tú mismo.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66344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4663440"/>
            <a:ext cx="10287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 generado se llama &lt;Main&gt;$ (nombre interno que no puedes llamar desde tu código). El using System; viene de ImplicitUsings, activado en el .csproj.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statements en C# · IAD-2413 · ITD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0" y="6537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Tabla comparativa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4114800"/>
        </p:xfrm>
        <a:graphic>
          <a:graphicData uri="http://schemas.openxmlformats.org/drawingml/2006/table">
            <a:tbl>
              <a:tblPr/>
              <a:tblGrid>
                <a:gridCol w="3200400"/>
                <a:gridCol w="3840480"/>
                <a:gridCol w="384048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Top-level statements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4F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Versión explícita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4A9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escribes?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el código ejecutable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 + método Main + código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genera el compilador?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clase y el Main implícitos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Nada adicional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¿Es válido en C#?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¿Compilan igual?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Sí, son equivalentes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Sí, son equivalentes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recomendado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Programas pequeños, prototipos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Fines didácticos, estructura explícita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statements en C# · IAD-2413 · ITD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9601200" y="6537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¿Puedo escribir la versión completa?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— mientras reemplaces la línea, no la agregues aparte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502920"/>
          </a:xfrm>
          <a:prstGeom prst="roundRect">
            <a:avLst>
              <a:gd name="adj" fmla="val 50909"/>
            </a:avLst>
          </a:prstGeom>
          <a:solidFill>
            <a:srgbClr val="1F9D7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Reemplazar la línea por el código completo — compila sin error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108960" y="2423160"/>
            <a:ext cx="5943600" cy="3200400"/>
          </a:xfrm>
          <a:prstGeom prst="roundRect">
            <a:avLst>
              <a:gd name="adj" fmla="val 1714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46120" y="2542032"/>
            <a:ext cx="256032" cy="256032"/>
          </a:xfrm>
          <a:prstGeom prst="ellipse">
            <a:avLst/>
          </a:prstGeom>
          <a:solidFill>
            <a:srgbClr val="1F9D74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249631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46120" y="2807208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Program.cs — única forma en el archivo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3063240"/>
            <a:ext cx="557784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System;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Programa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void Main()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Console.WriteLine("Hola, Mundo");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statements en C# · IAD-2413 · ITD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0" y="6537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¿Puedo dejar ambas formas juntas?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el compilador solo ejecuta la línea suelta e ignora tu Main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502920"/>
          </a:xfrm>
          <a:prstGeom prst="roundRect">
            <a:avLst>
              <a:gd name="adj" fmla="val 50909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Línea suelta + clase con Main — advertencia CS7022: tu Main se ignora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5394960" cy="3291840"/>
          </a:xfrm>
          <a:prstGeom prst="roundRect">
            <a:avLst>
              <a:gd name="adj" fmla="val 1667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496312"/>
            <a:ext cx="256032" cy="25603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45059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761488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Program.cs — línea suelta y clase con Main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3017520"/>
            <a:ext cx="502920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System;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Console.WriteLine("Hola, Mundo");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Programa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void Main()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Console.WriteLine("Hola, Mundo");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2377440"/>
            <a:ext cx="5349240" cy="3291840"/>
          </a:xfrm>
          <a:prstGeom prst="roundRect">
            <a:avLst>
              <a:gd name="adj" fmla="val 1667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09360" y="2496312"/>
            <a:ext cx="256032" cy="25603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2450592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DEL COMPILADOR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2761488"/>
            <a:ext cx="5074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 del compilador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55080" y="3017520"/>
            <a:ext cx="498348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warning CS7022: The entry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 of the program is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 code; ignoring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'Programa.Main()' entry point.</a:t>
            </a:r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Motivo: el compilador toma la línea suelta como punto de entrada y descarta el Main de la clase. Solo hay error con dos archivos con instrucciones sueltas (CS8802) o dos Main sin ellas (CS0017).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statements en C# · IAD-2413 · ITD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0" y="6537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Obtener siempre la versión explícita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una propiedad del .csproj — es una bandera al crear el proyecto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280160" y="1828800"/>
            <a:ext cx="9601200" cy="1005840"/>
          </a:xfrm>
          <a:prstGeom prst="roundRect">
            <a:avLst>
              <a:gd name="adj" fmla="val 7273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1828800"/>
            <a:ext cx="9052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new console -o HolaMundo --use-program-main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desde el SDK de .NET 6.0.300. 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directamente el Program.cs con la clase y el Main explícitos — la misma estructura que se usa en las diapositivas del curso.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88620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886200"/>
            <a:ext cx="10332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si el proyecto ya existe?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que recrearlo: basta con reemplazar el contenido de Program.cs por la versión explícita a mano — es válido en cualquier momento.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statements en C# · IAD-2413 · ITD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0" y="6537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para recordar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938528"/>
            <a:ext cx="347472" cy="347472"/>
          </a:xfrm>
          <a:prstGeom prst="ellipse">
            <a:avLst/>
          </a:prstGeom>
          <a:solidFill>
            <a:srgbClr val="9B4F9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385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80160" y="1920240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top-level statements son un atajo del compilador: ambas versiones compilan a lo mismo.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31520" y="2807208"/>
            <a:ext cx="347472" cy="347472"/>
          </a:xfrm>
          <a:prstGeom prst="ellipse">
            <a:avLst/>
          </a:prstGeom>
          <a:solidFill>
            <a:srgbClr val="1F9D7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8072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2788920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mezcles formas: con una línea suelta, el compilador ignora el Main de tu clase (advertencia CS7022).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31520" y="3675888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6758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3657600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dotnet new console --use-program-main para generar siempre la versión explícita.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31520" y="4544568"/>
            <a:ext cx="347472" cy="34747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5445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4526280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una propiedad del .csproj para esto: es una decisión que se toma al crear el archivo.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de Sistemas y Computación · Instituto Tecnológico de Durango (TecNM)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2026-08-24T18:54:58Z</dcterms:created>
  <dcterms:modified xsi:type="dcterms:W3CDTF">2026-08-24T18:54:58Z</dcterms:modified>
</cp:coreProperties>
</file>